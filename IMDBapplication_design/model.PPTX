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D9EA-8CCF-48F8-A55E-8979C83D4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DF2BB-52E3-49DE-B329-AAFFA5E61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6C1BA-B1BC-49CF-A23B-9DF7829C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00D73-98E7-400B-B234-C9058FE1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53777-73E7-45BD-897A-C1C3CC40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5F21-D096-48A3-ADBC-B6F3DA81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AFF8D-A996-41B3-81D2-E19EAE30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A6F90-99F4-4ECC-9DAC-2C38E64AB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82A49-9615-4575-88F9-265BE6A7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6FD6F-E4A0-4F2C-9EC1-CE1B44FD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5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2B20-F6C9-4BFF-964E-D8D1EB5C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2F7DC-8719-430E-9002-E01CEC9ED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56E1-694F-4684-8C80-1B36298AB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AE7D-8C4E-4FE6-A1B7-A15BFF71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14732-834E-46BE-99FD-109D38B1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8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F3DB-E2B9-4C3B-8D42-C56CA68F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8996-BD30-4F46-87CF-4544D0F92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5A69D-BAD0-444B-A37F-4135DAB1D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0DD6C-7F78-475B-9006-7484E6D2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7C5AF-0CC8-4524-812D-793F90BB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42AD7-164F-476D-B552-42BB6C62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09F9-8ED8-4C85-8BD5-FFC46597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FEE97-C42A-4962-8978-ADAD5E394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DA891-9EA7-4C0C-A2F3-3B56BDFE1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8AB8C-0D08-44F7-9CCA-05B3018C9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DD7D4-759E-4B44-B876-866BFC1F4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6F44E-AD34-4E18-A27E-A2473EF8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338F8-58CD-46AB-B01D-CDA202B0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200F5-E57E-4634-80B9-AD1F8927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1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D2F7-62DA-4637-BD98-D38A0C8E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2AE24-F293-404C-A761-BED15A04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9C807-DE7C-494C-966E-99E64E9F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B43B9-1688-4F52-AF9E-3C104D3E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5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CCBD8-5E13-4B6F-85C9-9F29A537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76AAE-02C4-4386-AE7A-F49A4029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97A9A-6495-4161-9FC6-315F9AAC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6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6C16-03A3-4975-ACF0-C59955C7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E81C-9F3A-4DFC-B803-C703F7DA3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0A02E-BE90-49A2-8BDA-5E6D3413F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AD426-071C-4FB0-B3BC-CB6143D5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FF8E-09DC-4555-840D-344CBCB3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6C1-C9E4-47E9-859E-3689A79B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7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B4AC-6248-417A-9ECF-A7DF96AA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D69DF-265B-4889-961E-CF3ACB4BB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226D4-B16F-4587-A13A-4953F75AE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BB496-B3D0-47E7-9229-3B32CE26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D6483-7DA3-4ED4-B295-E604E2CD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E2D65-2964-49B9-80FC-49DED005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7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D700-B43A-4ACD-9028-5D844B1F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F175B-387C-4F82-80BC-B5E1470C1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9405C-0498-47D1-B67A-51274276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FEC2A-2605-470A-AE6A-EA22AFC8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CA92E-226D-43F1-95F5-D7D458A0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1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29D257-76A9-4D18-964C-36DF930EE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3EAAF-658A-4CF2-898A-E842583B6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FF4CD-8EA3-408B-A42E-800CB7E5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0F208-F21C-40A3-A8CA-BC25CDA8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ECB1-87F7-4C5A-8A22-F2043F7B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7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FFAF7-8750-4F29-A3B3-2691A8CD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1D8DB-6BE2-49E5-9F0B-BC9429B50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EB838-54CB-42A2-AE89-4A6CA2D9E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41975-2E3B-4E7A-BB53-0FD5F8AB8367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08B-89C6-4755-B5DD-54BFC97CB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2AD7-FB2C-4DAE-B6BE-994E8E938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D1E8E-1197-40F5-A58C-DE79408B9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2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E77B2FD-F6A6-4E55-AADE-E4A85006AACF}"/>
              </a:ext>
            </a:extLst>
          </p:cNvPr>
          <p:cNvSpPr/>
          <p:nvPr/>
        </p:nvSpPr>
        <p:spPr>
          <a:xfrm>
            <a:off x="3754582" y="2819400"/>
            <a:ext cx="2161309" cy="6373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h</a:t>
            </a:r>
            <a:r>
              <a:rPr lang="nl-NL" dirty="0" err="1">
                <a:solidFill>
                  <a:schemeClr val="tx1"/>
                </a:solidFill>
              </a:rPr>
              <a:t>ActorFilm</a:t>
            </a:r>
            <a:r>
              <a:rPr lang="nl-NL" dirty="0">
                <a:solidFill>
                  <a:schemeClr val="tx1"/>
                </a:solidFill>
              </a:rPr>
              <a:t> service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2C7619-C8DC-45B0-B8D5-F93D288337F6}"/>
              </a:ext>
            </a:extLst>
          </p:cNvPr>
          <p:cNvSpPr/>
          <p:nvPr/>
        </p:nvSpPr>
        <p:spPr>
          <a:xfrm>
            <a:off x="6423891" y="2775526"/>
            <a:ext cx="2161309" cy="6373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Film service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AEDBDE-690D-439E-BE10-9A4D3F0BE7D9}"/>
              </a:ext>
            </a:extLst>
          </p:cNvPr>
          <p:cNvSpPr/>
          <p:nvPr/>
        </p:nvSpPr>
        <p:spPr>
          <a:xfrm>
            <a:off x="2632364" y="4590473"/>
            <a:ext cx="1228436" cy="387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Actor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74DB8-F8CB-4C9E-B60A-7C3722495786}"/>
              </a:ext>
            </a:extLst>
          </p:cNvPr>
          <p:cNvSpPr/>
          <p:nvPr/>
        </p:nvSpPr>
        <p:spPr>
          <a:xfrm>
            <a:off x="6276110" y="4710546"/>
            <a:ext cx="1228436" cy="387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Film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AE3706-3F09-4E51-BA96-B9CC98BFC395}"/>
              </a:ext>
            </a:extLst>
          </p:cNvPr>
          <p:cNvSpPr/>
          <p:nvPr/>
        </p:nvSpPr>
        <p:spPr>
          <a:xfrm>
            <a:off x="4294908" y="4610100"/>
            <a:ext cx="1228436" cy="3879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Film-Actor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C7DFC6-94AC-4CFA-A347-3854036B9F1C}"/>
              </a:ext>
            </a:extLst>
          </p:cNvPr>
          <p:cNvSpPr/>
          <p:nvPr/>
        </p:nvSpPr>
        <p:spPr>
          <a:xfrm>
            <a:off x="780473" y="2775527"/>
            <a:ext cx="2161309" cy="6373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h</a:t>
            </a:r>
            <a:r>
              <a:rPr lang="nl-NL" dirty="0" err="1">
                <a:solidFill>
                  <a:schemeClr val="tx1"/>
                </a:solidFill>
              </a:rPr>
              <a:t>Actor</a:t>
            </a:r>
            <a:r>
              <a:rPr lang="nl-NL" dirty="0">
                <a:solidFill>
                  <a:schemeClr val="tx1"/>
                </a:solidFill>
              </a:rPr>
              <a:t> service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4F51F1-85A2-45A6-8DB7-5FCA9C9B8DF3}"/>
              </a:ext>
            </a:extLst>
          </p:cNvPr>
          <p:cNvCxnSpPr>
            <a:stCxn id="12" idx="4"/>
            <a:endCxn id="6" idx="0"/>
          </p:cNvCxnSpPr>
          <p:nvPr/>
        </p:nvCxnSpPr>
        <p:spPr>
          <a:xfrm>
            <a:off x="1861128" y="3412836"/>
            <a:ext cx="1385454" cy="1177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6BDECC-565D-4AA9-B762-2C07B6129669}"/>
              </a:ext>
            </a:extLst>
          </p:cNvPr>
          <p:cNvCxnSpPr>
            <a:stCxn id="4" idx="4"/>
            <a:endCxn id="10" idx="0"/>
          </p:cNvCxnSpPr>
          <p:nvPr/>
        </p:nvCxnSpPr>
        <p:spPr>
          <a:xfrm>
            <a:off x="4835237" y="3456709"/>
            <a:ext cx="73889" cy="1153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322A55-EF0C-41C0-B4DA-58AFD9AE28AB}"/>
              </a:ext>
            </a:extLst>
          </p:cNvPr>
          <p:cNvCxnSpPr>
            <a:stCxn id="9" idx="0"/>
            <a:endCxn id="5" idx="4"/>
          </p:cNvCxnSpPr>
          <p:nvPr/>
        </p:nvCxnSpPr>
        <p:spPr>
          <a:xfrm flipV="1">
            <a:off x="6890328" y="3412835"/>
            <a:ext cx="614218" cy="12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883F034-8433-43A8-84E1-40A637DCC886}"/>
              </a:ext>
            </a:extLst>
          </p:cNvPr>
          <p:cNvSpPr/>
          <p:nvPr/>
        </p:nvSpPr>
        <p:spPr>
          <a:xfrm>
            <a:off x="3214254" y="1663700"/>
            <a:ext cx="2161309" cy="6373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Coincidence</a:t>
            </a:r>
            <a:r>
              <a:rPr lang="nl-NL" dirty="0">
                <a:solidFill>
                  <a:schemeClr val="tx1"/>
                </a:solidFill>
              </a:rPr>
              <a:t> 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9F7BC1A-395C-4BA9-806F-33ADBAA85F7E}"/>
              </a:ext>
            </a:extLst>
          </p:cNvPr>
          <p:cNvSpPr/>
          <p:nvPr/>
        </p:nvSpPr>
        <p:spPr>
          <a:xfrm>
            <a:off x="1085273" y="604405"/>
            <a:ext cx="2161309" cy="8936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Typecasting</a:t>
            </a:r>
          </a:p>
          <a:p>
            <a:pPr algn="ctr"/>
            <a:r>
              <a:rPr lang="nl-NL" dirty="0">
                <a:solidFill>
                  <a:schemeClr val="tx1"/>
                </a:solidFill>
              </a:rPr>
              <a:t>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5B600E-922E-46A5-94D2-EBDBFA19A8CB}"/>
              </a:ext>
            </a:extLst>
          </p:cNvPr>
          <p:cNvSpPr/>
          <p:nvPr/>
        </p:nvSpPr>
        <p:spPr>
          <a:xfrm>
            <a:off x="221673" y="129309"/>
            <a:ext cx="8829963" cy="25030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3D2A30D-0091-496F-B7DA-6E86D4A04AA7}"/>
              </a:ext>
            </a:extLst>
          </p:cNvPr>
          <p:cNvSpPr/>
          <p:nvPr/>
        </p:nvSpPr>
        <p:spPr>
          <a:xfrm>
            <a:off x="221673" y="2632364"/>
            <a:ext cx="8829963" cy="16486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928B5AA-4B20-47AE-99A7-87D4D5979E17}"/>
              </a:ext>
            </a:extLst>
          </p:cNvPr>
          <p:cNvSpPr/>
          <p:nvPr/>
        </p:nvSpPr>
        <p:spPr>
          <a:xfrm>
            <a:off x="5537200" y="487219"/>
            <a:ext cx="2161309" cy="8936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Degree</a:t>
            </a:r>
            <a:r>
              <a:rPr lang="nl-NL" dirty="0">
                <a:solidFill>
                  <a:schemeClr val="tx1"/>
                </a:solidFill>
              </a:rPr>
              <a:t> Of </a:t>
            </a:r>
            <a:r>
              <a:rPr lang="nl-NL" dirty="0" err="1">
                <a:solidFill>
                  <a:schemeClr val="tx1"/>
                </a:solidFill>
              </a:rPr>
              <a:t>Separation</a:t>
            </a:r>
            <a:r>
              <a:rPr lang="nl-NL" dirty="0">
                <a:solidFill>
                  <a:schemeClr val="tx1"/>
                </a:solidFill>
              </a:rPr>
              <a:t> 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CE6326-6C34-4B8E-B742-569887FE15F6}"/>
              </a:ext>
            </a:extLst>
          </p:cNvPr>
          <p:cNvSpPr/>
          <p:nvPr/>
        </p:nvSpPr>
        <p:spPr>
          <a:xfrm>
            <a:off x="221672" y="4274127"/>
            <a:ext cx="8829963" cy="11776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6296F3-DBB2-4033-BF94-E2F88F368658}"/>
              </a:ext>
            </a:extLst>
          </p:cNvPr>
          <p:cNvSpPr txBox="1"/>
          <p:nvPr/>
        </p:nvSpPr>
        <p:spPr>
          <a:xfrm>
            <a:off x="350474" y="2116343"/>
            <a:ext cx="136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Service </a:t>
            </a:r>
            <a:r>
              <a:rPr lang="nl-NL" dirty="0" err="1"/>
              <a:t>layer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56EFD6-D0AE-4196-8083-257223F137E3}"/>
              </a:ext>
            </a:extLst>
          </p:cNvPr>
          <p:cNvSpPr txBox="1"/>
          <p:nvPr/>
        </p:nvSpPr>
        <p:spPr>
          <a:xfrm>
            <a:off x="401528" y="3860922"/>
            <a:ext cx="136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Service </a:t>
            </a:r>
            <a:r>
              <a:rPr lang="nl-NL" dirty="0" err="1"/>
              <a:t>layer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0E82CE-6655-442B-837C-79008B62D416}"/>
              </a:ext>
            </a:extLst>
          </p:cNvPr>
          <p:cNvSpPr txBox="1"/>
          <p:nvPr/>
        </p:nvSpPr>
        <p:spPr>
          <a:xfrm>
            <a:off x="401528" y="5025675"/>
            <a:ext cx="1698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Repository</a:t>
            </a:r>
            <a:r>
              <a:rPr lang="nl-NL" dirty="0"/>
              <a:t> </a:t>
            </a:r>
            <a:r>
              <a:rPr lang="nl-NL" dirty="0" err="1"/>
              <a:t>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79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adriaan bakker</dc:creator>
  <cp:lastModifiedBy>adriaan bakker</cp:lastModifiedBy>
  <cp:revision>2</cp:revision>
  <dcterms:created xsi:type="dcterms:W3CDTF">2019-10-22T08:27:47Z</dcterms:created>
  <dcterms:modified xsi:type="dcterms:W3CDTF">2019-10-22T08:41:28Z</dcterms:modified>
</cp:coreProperties>
</file>